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embeddedFontLst>
    <p:embeddedFont>
      <p:font typeface="Lato" panose="020F0502020204030203" pitchFamily="34" charset="0"/>
      <p:regular r:id="rId7"/>
      <p:bold r:id="rId8"/>
      <p:italic r:id="rId9"/>
      <p:boldItalic r:id="rId10"/>
    </p:embeddedFont>
    <p:embeddedFont>
      <p:font typeface="Raleway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260" y="2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1231f45f93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1231f45f93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231f45f93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231f45f93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1231f45f93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1231f45f93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3750" y="1322450"/>
            <a:ext cx="80322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33" dirty="0"/>
              <a:t>Familiarize yourself with phishing attacks</a:t>
            </a:r>
            <a:endParaRPr sz="2933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highlight>
                  <a:srgbClr val="FFFF00"/>
                </a:highlight>
              </a:rPr>
              <a:t>&lt;Hr and Marketing&gt;</a:t>
            </a:r>
            <a:endParaRPr sz="26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phishing?</a:t>
            </a:r>
            <a:endParaRPr dirty="0"/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 b="1" u="sng" dirty="0">
                <a:solidFill>
                  <a:schemeClr val="accent3"/>
                </a:solidFill>
              </a:rPr>
              <a:t>Phishing</a:t>
            </a:r>
            <a:r>
              <a:rPr lang="en" sz="2400" dirty="0">
                <a:solidFill>
                  <a:schemeClr val="bg2"/>
                </a:solidFill>
              </a:rPr>
              <a:t>: an avenue for a malicious external (sometimes internal) attacker to breach the company with methods such as </a:t>
            </a:r>
            <a:r>
              <a:rPr lang="en" sz="2400" b="1" u="sng" dirty="0">
                <a:solidFill>
                  <a:srgbClr val="FF0000"/>
                </a:solidFill>
              </a:rPr>
              <a:t>Emails, Messages and phonecalls</a:t>
            </a:r>
            <a:endParaRPr sz="2000" b="1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 dirty="0"/>
              <a:t>Here are so</a:t>
            </a:r>
            <a:r>
              <a:rPr lang="en-GB" sz="1400" dirty="0"/>
              <a:t>me</a:t>
            </a:r>
            <a:r>
              <a:rPr lang="en" sz="1400" dirty="0"/>
              <a:t> examples of very obvious Phishing emails take note of the highlighted sections:</a:t>
            </a:r>
            <a:endParaRPr dirty="0"/>
          </a:p>
        </p:txBody>
      </p:sp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 to spot phishing emails</a:t>
            </a:r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99BBCE0B-4A42-A0A0-28BF-A541687EB8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4A972F6-6FFC-C357-1AD6-6039ECA54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2419350"/>
            <a:ext cx="8248650" cy="27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stop getting phished?</a:t>
            </a:r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" sz="1400" dirty="0"/>
              <a:t>Examine Subject for unneccesary urgency.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" sz="1400" dirty="0"/>
              <a:t>Examine links to external sites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" sz="1400" dirty="0"/>
              <a:t>Beware requests for sensitive data over phone calls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" sz="1400" dirty="0"/>
              <a:t>Threat actors (Malicious people) could be impersonating managerial positions so communicate with know associates before proceeding.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" sz="1400" dirty="0"/>
              <a:t>Contact IT department if worried.</a:t>
            </a:r>
            <a:endParaRPr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113</Words>
  <Application>Microsoft Office PowerPoint</Application>
  <PresentationFormat>On-screen Show (16:9)</PresentationFormat>
  <Paragraphs>12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Raleway</vt:lpstr>
      <vt:lpstr>Lato</vt:lpstr>
      <vt:lpstr>Streamline</vt:lpstr>
      <vt:lpstr>Familiarize yourself with phishing attacks &lt;Hr and Marketing&gt;</vt:lpstr>
      <vt:lpstr>What is phishing?</vt:lpstr>
      <vt:lpstr>Learn to spot phishing emails</vt:lpstr>
      <vt:lpstr>How do we stop getting phished?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dwayne okoye-kachikwu</dc:creator>
  <cp:lastModifiedBy>dwayne okoye-kachikwu</cp:lastModifiedBy>
  <cp:revision>3</cp:revision>
  <dcterms:modified xsi:type="dcterms:W3CDTF">2025-03-25T12:03:37Z</dcterms:modified>
</cp:coreProperties>
</file>